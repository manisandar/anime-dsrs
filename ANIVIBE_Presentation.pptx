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ASSUMPTION UNIVERSITY • VINCENT MARY SCHOOL OF SCIENCE &amp; TECHNOLOGY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  <a:latin typeface="Helvetica"/>
              </a:defRPr>
            </a:pPr>
            <a:r>
              <a:t>ANIVIBE</a:t>
            </a:r>
          </a:p>
          <a:p>
            <a:pPr>
              <a:spcAft>
                <a:spcPts val="2000"/>
              </a:spcAft>
              <a:defRPr sz="2000" b="1">
                <a:solidFill>
                  <a:srgbClr val="A855F7"/>
                </a:solidFill>
                <a:latin typeface="Helvetica"/>
              </a:defRPr>
            </a:pPr>
            <a:r>
              <a:t>Anime Decision Support &amp; 1+1 Hybrid Recommendation System</a:t>
            </a:r>
          </a:p>
          <a:p>
            <a:pPr>
              <a:spcAft>
                <a:spcPts val="3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Solving the streaming paradox of choice by uniting genuine taste profiles with situational constraints.</a:t>
            </a:r>
          </a:p>
          <a:p>
            <a:pPr>
              <a:defRPr sz="1200">
                <a:solidFill>
                  <a:srgbClr val="06B6D4"/>
                </a:solidFill>
                <a:latin typeface="Arial"/>
              </a:defRPr>
            </a:pPr>
            <a:r>
              <a:t>Course: CSX/ITX 4207 Decision Support and Recommendation System</a:t>
            </a:r>
            <a:br/>
            <a:r>
              <a:t>Live App: https://minkhanttin-anivibe.static.hf.space   •   Code: github.com/manisandar/anime-dsrs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PROJECT 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The 'Paradox of Choice' in Entertainment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conventional anime recommendation systems fail modern viewers.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11D48"/>
                </a:solidFill>
              </a:defRPr>
            </a:pPr>
            <a:r>
              <a:t>01 • CHOICE OVERLOAD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Too Many Titles, Too Little Time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Catalogs have over 1,200+ anime titles.</a:t>
            </a:r>
            <a:br/>
            <a:r>
              <a:t>• Viewers spend 20–30 minutes browsing without deciding.</a:t>
            </a:r>
            <a:br/>
            <a:r>
              <a:t>• Users suffer from decision fatigue and end up watching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01168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02 • REAL-WORLD CONSTRAINTS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Context is Usually Ignored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Standard recommenders only look at what you watched in the past.</a:t>
            </a:r>
            <a:br/>
            <a:r>
              <a:t>• They ignore your time tonight (e.g. only have time for a 12-episode show).</a:t>
            </a:r>
            <a:br/>
            <a:r>
              <a:t>• They ignore your current mood (e.g. want something chill vs exciting).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01168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03 • ANIVIBE SOLUTION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Decision Support + Recommender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Combines personal taste history with active situational constraints.</a:t>
            </a:r>
            <a:br/>
            <a:r>
              <a:t>• 1+1 Hybrid engine: 50% Taste + 50% Requirement Fit.</a:t>
            </a:r>
            <a:br/>
            <a:r>
              <a:t>• Transparent explanations: tells the viewer exactly why each show was chosen.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The 4 Core Recommendation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Strict academic separation between consensus, taste, rules, and hybrid 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1. POPULARITY BASELINE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Bayesian Weighted Consensus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Provides cold-start stability for new visitors without requiring any ratings history. Uses Bayesian smoothing to avoid low-sample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</a:defRPr>
            </a:pPr>
            <a:r>
              <a:t>2. CONTENT-BASED FILTERING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29-Genre Vector Space Matching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Calculates cosine similarity between 29 anime genres. Builds an active preference vector from user ratings (5★ boosts taste, 1★ reduces).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3. KNOWLEDGE-BASED RECOMMENDATION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Constraint Reasoning &amp; Mood Rules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Acts as an interactive decision filter. Evaluates hard constraints (episodes, rating) and soft domain rules (mood affinity) with clear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6052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4. 1+1 HYBRID FUSION (SMART MATCH)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50% Taste + 50% Situational Fit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Linear combination of Content-Based affinity and Knowledge-Based utility. Handles cold-start gracefully and eliminates overspecialization.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DATA ENGINEERING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Genuine Dataset &amp; Scientific Vectorization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Zero synthetic fake users. Grounded in 1,255 real Crunchyroll anime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11D48"/>
                </a:solidFill>
              </a:defRPr>
            </a:pPr>
            <a:r>
              <a:t>1,255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 Anime Titles — Cleaned Crunchyroll streaming catalog with genuine synopsis, episode counts, and artwork.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32918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366F1"/>
                </a:solidFill>
              </a:defRPr>
            </a:pPr>
            <a:r>
              <a:t>29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Genre Binary Features — Action, Shonen, Romance, Sci-Fi, Psychological, Slice of Life, Mystery,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32918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18,500+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Viewer Rating Records — Authentic 5-star distribution breakdowns (rate_1 to rate_5) for Bayesian prior.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713232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855F7"/>
                </a:solidFill>
              </a:defRPr>
            </a:pPr>
            <a:r>
              <a:t>DATA PIPELINE &amp; EVALUATION INTEGRITY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Vector Space Model: Each anime is encoded as a 29-dimensional binary vector representing presence or absence of specific genres.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No Data Leakage (80/20 Holdout): 20% of interaction ratings were sequestered in an untouched test vault to simulate real unobserved future user choices during metric evaluation.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Community Consensus Priors: Multi-star histograms (1 to 5 stars) are loaded for every title, enabling real-time vote distribution charts inside the detail hero view.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Zero Synthetic Users: All evaluations use genuine user interactions rather than fabricated artificial test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RECOMMENDATION PARADIGM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Popularity Baseline (Bayesian Weighted Rating)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Independent consensus ranking serving as the non-personalized cold-start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MATHEMATICAL FORMULATION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Weighted Bayesian Rating (WR)</a:t>
            </a:r>
          </a:p>
          <a:p>
            <a:pPr>
              <a:spcAft>
                <a:spcPts val="1200"/>
              </a:spcAft>
              <a:defRPr sz="1500" b="1">
                <a:solidFill>
                  <a:srgbClr val="06B6D4"/>
                </a:solidFill>
              </a:defRPr>
            </a:pPr>
            <a:r>
              <a:t>WR = ( v / (v + m) ) × R + ( m / (v + m) ) × C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 = Number of votes for the anime</a:t>
            </a:r>
            <a:br/>
            <a:r>
              <a:t>• m = Minimum threshold prior (m = 100 votes)</a:t>
            </a:r>
            <a:br/>
            <a:r>
              <a:t>• R = Average viewer score of the anime</a:t>
            </a:r>
            <a:br/>
            <a:r>
              <a:t>• C = Global catalog mean score (C = 3.65)</a:t>
            </a:r>
            <a:br/>
            <a:br/>
            <a:r>
              <a:t>Why this is important:</a:t>
            </a:r>
            <a:br/>
            <a:r>
              <a:t>A title with one 5.0★ review will NOT outrank a legendary title with 4.8★ across 50,000 community votes.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</a:defRPr>
            </a:pPr>
            <a:r>
              <a:t>ROLE IN THE SYSTEM &amp; BEHAVIOR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Key Characteristics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Always Available:</a:t>
            </a:r>
            <a:br/>
            <a:r>
              <a:t>  Displayed on the Home page as 'Popular Right Now' without needing any user ratings.</a:t>
            </a:r>
            <a:br/>
            <a:br/>
            <a:r>
              <a:t>• High Diversity Across Genres (0.7801):</a:t>
            </a:r>
            <a:br/>
            <a:r>
              <a:t>  Spans shonen, slice-of-life, sports, and fantasy blockbusters.</a:t>
            </a:r>
            <a:br/>
            <a:br/>
            <a:r>
              <a:t>• The Trade-off:</a:t>
            </a:r>
            <a:br/>
            <a:r>
              <a:t>  Zero personalization. Shows the same consensus titles to all users regardless of personal taste.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RECOMMENDATION PARADIGM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Content-Based Filtering (Cosine Similarity)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Pairing item genre vectors with dynamic session user preference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ITEM-TO-ITEM SIMILARITY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'More Like This' (Detail Page)</a:t>
            </a:r>
          </a:p>
          <a:p>
            <a:pPr>
              <a:spcAft>
                <a:spcPts val="1200"/>
              </a:spcAft>
              <a:defRPr sz="1500" b="1">
                <a:solidFill>
                  <a:srgbClr val="06B6D4"/>
                </a:solidFill>
              </a:defRPr>
            </a:pPr>
            <a:r>
              <a:t>sim(A, B) = ( A • B ) / ( ||A|| × ||B|| )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Computes Euclidean dot-product of 29-genre binary feature vectors.</a:t>
            </a:r>
            <a:br/>
            <a:r>
              <a:t>• Displayed as a single horizontal Netflix-style row with left/right carousel navigation.</a:t>
            </a:r>
            <a:br/>
            <a:r>
              <a:t>• Independent of user profile; lets users explore titles directly similar to what they are viewing.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</a:defRPr>
            </a:pPr>
            <a:r>
              <a:t>PERSONALIZED USER PROFILING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'Recommended For You'</a:t>
            </a:r>
          </a:p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Profile Vector Centering Weight:</a:t>
            </a:r>
            <a:br/>
            <a:r>
              <a:t>w_i = Rating - 3.0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5★ rating: +2.0 weight (strongly loved genre)</a:t>
            </a:r>
            <a:br/>
            <a:r>
              <a:t>• 4★ rating: +1.0 weight (mild affinity)</a:t>
            </a:r>
            <a:br/>
            <a:r>
              <a:t>• 3★ rating: 0.0 weight (neutral, ignored)</a:t>
            </a:r>
            <a:br/>
            <a:r>
              <a:t>• 2★ rating: -1.0 weight (penalized genre)</a:t>
            </a:r>
            <a:br/>
            <a:r>
              <a:t>• 1★ rating: -2.0 weight (strongly avoided)</a:t>
            </a:r>
            <a:br/>
            <a:r>
              <a:t>• Negative sum is clamped at 0 to maintain positive preference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RECOMMENDATION PARADIGM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Knowledge-Based Recommendation &amp; Decision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situational constraints, domain commitment rules, and viewing mood.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EXPLICIT FILTERS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Hard Constraints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Episode Budget:</a:t>
            </a:r>
            <a:br/>
            <a:r>
              <a:t>  Limits maximum episodes (e.g. ≤ 26 episodes for a weekend binge).</a:t>
            </a:r>
            <a:br/>
            <a:br/>
            <a:r>
              <a:t>• Minimum Quality:</a:t>
            </a:r>
            <a:br/>
            <a:r>
              <a:t>  Candidate must have rating ≥ specified score (e.g. ≥ 4.0★).</a:t>
            </a:r>
            <a:br/>
            <a:br/>
            <a:r>
              <a:t>• Genre Requirements:</a:t>
            </a:r>
            <a:br/>
            <a:r>
              <a:t>  Must include required genres and strictly exclude unwanted genres.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659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A855F7"/>
                </a:solidFill>
              </a:defRPr>
            </a:pPr>
            <a:r>
              <a:t>DOMAIN LOGIC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Domain Rules &amp; Mood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Commitment Rule:</a:t>
            </a:r>
            <a:br/>
            <a:r>
              <a:t>  ≤ 13 eps = Short</a:t>
            </a:r>
            <a:br/>
            <a:r>
              <a:t>  14–26 eps = Medium</a:t>
            </a:r>
            <a:br/>
            <a:r>
              <a:t>  &gt; 26 eps = Long commitment</a:t>
            </a:r>
            <a:br/>
            <a:br/>
            <a:r>
              <a:t>• Viewing Mood Affinities:</a:t>
            </a:r>
            <a:br/>
            <a:r>
              <a:t>  - Exciting: Action, Shonen, Tournament</a:t>
            </a:r>
            <a:br/>
            <a:r>
              <a:t>  - Chill: Slice of Life, Comedy, Romance</a:t>
            </a:r>
            <a:br/>
            <a:r>
              <a:t>  - Dark: Psychological, Thriller, Horror</a:t>
            </a:r>
            <a:br/>
            <a:r>
              <a:t>  - Emotional: Drama, Romance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6596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EXPLAINABLE AI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Rule Transparency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Black-Box Decisions:</a:t>
            </a:r>
            <a:br/>
            <a:r>
              <a:t>  Outputs a transparent checklist for every recommended show.</a:t>
            </a:r>
            <a:br/>
            <a:br/>
            <a:r>
              <a:t>• Clear Verdicts:</a:t>
            </a:r>
            <a:br/>
            <a:r>
              <a:t>  Target vs Actual for episode length, minimum score, and genre constraints.</a:t>
            </a:r>
            <a:br/>
            <a:br/>
            <a:r>
              <a:t>• Decision Confidence:</a:t>
            </a:r>
            <a:br/>
            <a:r>
              <a:t>  Viewers see exactly why an anime matches their current situation.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RECOMMENDATION PARADIGM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1+1 Hybrid Fusion ('Smart Match')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core innovation uniting personal taste with real-world situational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</a:defRPr>
            </a:pPr>
            <a:r>
              <a:t>HYBRID FUSION FORMULA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Balanced 50/50 Architecture</a:t>
            </a:r>
          </a:p>
          <a:p>
            <a:pPr>
              <a:spcAft>
                <a:spcPts val="1400"/>
              </a:spcAft>
              <a:defRPr sz="1500" b="1">
                <a:solidFill>
                  <a:srgbClr val="06B6D4"/>
                </a:solidFill>
              </a:defRPr>
            </a:pPr>
            <a:r>
              <a:t>Score_Hybrid = 0.50 × S_CBF + 0.50 × S_KBR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50% Personal Taste (CBF):</a:t>
            </a:r>
            <a:br/>
            <a:r>
              <a:t>  Grounded in user's rated anime history and genre preference vectors.</a:t>
            </a:r>
            <a:br/>
            <a:br/>
            <a:r>
              <a:t>• 50% Situational Fit (KBR):</a:t>
            </a:r>
            <a:br/>
            <a:r>
              <a:t>  Grounded in current episode availability, quality thresholds, and mood.</a:t>
            </a:r>
            <a:br/>
            <a:br/>
            <a:r>
              <a:t>• Why Both Matter:</a:t>
            </a:r>
            <a:br/>
            <a:r>
              <a:t>  High taste alone is useless if the show is 500 episodes long when you only have 3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COLD-START RESILIENCE &amp; ADVANTAGES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Switching Hybrid Handling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0 Ratings (Cold Start):</a:t>
            </a:r>
            <a:br/>
            <a:r>
              <a:t>  If the user has not rated any anime yet, the system detects this state immediately and prompts them with popular titles to rate.</a:t>
            </a:r>
            <a:br/>
            <a:br/>
            <a:r>
              <a:t>• Switching Strategy:</a:t>
            </a:r>
            <a:br/>
            <a:r>
              <a:t>  Can fall back smoothly to Knowledge-Based filter without crashing.</a:t>
            </a:r>
            <a:br/>
            <a:br/>
            <a:r>
              <a:t>• Solves Overspecialization:</a:t>
            </a:r>
            <a:br/>
            <a:r>
              <a:t>  Adding constraint rules introduces healthy serendipity, boosting diversity without losing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EMPIRICAL VALIDATION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Academic Evaluation Benchmark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offline benchmark testing on holdout ratings (Precision, Recall, Diversity, Coverage).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Recommendation Paradigm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Precision@10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Diversity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Popularity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0.3000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0.0158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0.7801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Content-Based Filtering (CBF)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0.5500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0.0380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0.1334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Knowledge-Based Filtering (KBR)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0.7750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0.0933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0.5248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2.4%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1+1 Hybrid (CBF + KBR)</a:t>
                      </a:r>
                    </a:p>
                  </a:txBody>
                  <a:tcPr>
                    <a:solidFill>
                      <a:srgbClr val="27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27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0.1175</a:t>
                      </a:r>
                    </a:p>
                  </a:txBody>
                  <a:tcPr>
                    <a:solidFill>
                      <a:srgbClr val="27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0.2017</a:t>
                      </a:r>
                    </a:p>
                  </a:txBody>
                  <a:tcPr>
                    <a:solidFill>
                      <a:srgbClr val="27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272D4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</a:defRPr>
            </a:pPr>
            <a:r>
              <a:t>KEY DEFENSE INSIGHTS FOR THE COMMITTEE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Highest Overall Precision (1.0000): The 1+1 Hybrid achieves perfect Top-10 relevant hits on test test profiles by filtering out irrelevant lengths and aligning with loved genres.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Resolves CBF Overspecialization (+51% Diversity Boost): Content-Based alone has low diversity (0.1334). The 1+1 Hybrid increases diversity to 0.2017 while keeping recommendations relevant.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Data Leakage: All metrics were computed using our Python evaluation suite (recommender/evaluate.py) against unobserved holdout test ratings.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MODERN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Interactive Decision Platform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Clean, Netflix-style interface designed for effortless discovery and decision 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366F1"/>
                </a:solidFill>
              </a:defRPr>
            </a:pPr>
            <a:r>
              <a:t>SMART MATCH PAGE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Interactive Decision Sliders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Users adjust episode budgets (≤ 26, ≤ 50), minimum rating thresholds, mood pills, and genre filters with real-time score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ANIME DETAIL VIEW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Hero &amp; Rating Histogram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Includes community 1–5 star vote breakdown histograms inside the hero view, alongside a single-row Netflix carousel for 'More Like This'.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116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ZERO-LATENCY ENGINE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Instant Browser Math (&lt; 3ms)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Both pure Python microservice AND client-side local engine ensure instantaneous calculation of dot-products and constraint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CLOUD DEPLOYMENT &amp; OPEN-SOURCE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Helvetica"/>
              </a:defRPr>
            </a:pPr>
            <a:r>
              <a:t>100% Free Cloud 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Publicly accessible worldwide with zero server maintenance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</a:defRPr>
            </a:pPr>
            <a:r>
              <a:t>LIVE CLOUD DEPLOYMENT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Hugging Face Spaces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Live Public URL:</a:t>
            </a:r>
            <a:br/>
            <a:r>
              <a:t>  https://minkhanttin-anivibe.static.hf.space</a:t>
            </a:r>
            <a:br/>
            <a:br/>
            <a:r>
              <a:t>• Zero Downtime &amp; Global CDN:</a:t>
            </a:r>
            <a:br/>
            <a:r>
              <a:t>  Served directly from Hugging Face cloud infrastructure.</a:t>
            </a:r>
            <a:br/>
            <a:br/>
            <a:r>
              <a:t>• Mobile &amp; Tablet Ready:</a:t>
            </a:r>
            <a:br/>
            <a:r>
              <a:t>  Responsive layout works smoothly on phones, tablets, and desktops anywhere in the world.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A855F7"/>
                </a:solidFill>
              </a:defRPr>
            </a:pPr>
            <a:r>
              <a:t>OPEN-SOURCE CODEBASE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GitHub Repository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Official Repository:</a:t>
            </a:r>
            <a:br/>
            <a:r>
              <a:t>  https://github.com/manisandar/anime-dsrs</a:t>
            </a:r>
            <a:br/>
            <a:br/>
            <a:r>
              <a:t>• Complete Implementation:</a:t>
            </a:r>
            <a:br/>
            <a:r>
              <a:t>  Includes core Python algorithms, evaluation suite, and full React client code.</a:t>
            </a:r>
            <a:br/>
            <a:br/>
            <a:r>
              <a:t>• Reproducible Benchmarks:</a:t>
            </a:r>
            <a:br/>
            <a:r>
              <a:t>  Anyone can clone and run 'python3 recommender/evaluate.py' to reproduce the benchmark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</a:defRPr>
            </a:pPr>
            <a:r>
              <a:t>SUMMARY &amp; CONCLUSION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Aft>
                <a:spcPts val="2200"/>
              </a:spcAft>
              <a:defRPr sz="1400">
                <a:solidFill>
                  <a:srgbClr val="94A3B8"/>
                </a:solidFill>
              </a:defRPr>
            </a:pPr>
            <a:r>
              <a:t>Key Project Takeaways:</a:t>
            </a:r>
            <a:br/>
            <a:r>
              <a:t>1. Successfully implemented and compared 4 academic recommendation paradigms.</a:t>
            </a:r>
            <a:br/>
            <a:r>
              <a:t>2. 1+1 Hybrid achieves 1.0000 Precision@10 while eliminating overspecialization.</a:t>
            </a:r>
            <a:br/>
            <a:r>
              <a:t>3. Transparent explanations empower users to make confident streaming decisions.</a:t>
            </a:r>
            <a:br/>
            <a:r>
              <a:t>4. Deployed 100% online with zero server costs.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Questions &amp; Live Demonstration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